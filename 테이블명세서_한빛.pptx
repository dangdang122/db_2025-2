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CAB11-1521-61C6-DB4A-B544D2A3B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560A18-DD25-A602-8F3A-6FAA01B6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15AC0C-E038-A1FF-0163-547542FA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AC707-8B35-E34F-1EAB-9D625888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B4C783-30B9-1484-E378-39283BB0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0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2DE84-9CBE-19DB-4BAF-88D6A8FE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440AC-A87C-8617-51B4-FA637E310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E51F28-7944-440E-CDB0-9CED03D4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66C8E-E299-ACFD-8D61-FAE9B5C6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659AEE-05C9-B803-2B5E-3C8D5993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63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7622BD-1F86-ADB5-B703-9BEF6F72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031867-598F-D600-9F47-ED4645564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684BD-FD2B-6322-5EAC-CEA1000B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45BC49-81E3-772D-1E4F-040A2FA2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6F4A3-6E59-AA2B-45C8-8D082CF9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03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D9AF7-2F19-73EE-6A56-13D1957B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ABF991-31FA-3AF5-14FF-E67A686CA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794F5E-3358-96B9-F037-A4E160D06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5D4989-B4F3-BF20-49A0-623C7A1C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6C708-5616-25AB-ECCD-86DA80EF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DD2BE5-13D1-5B32-530B-61D3C45E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20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19F47-CA0D-8312-B232-A0C783D4D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7F616D-4A10-27CE-7059-FEFAF7F03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2C820D-72BE-8996-CACA-D32698C9C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16A503-9E88-DB8B-1289-DA46DBC62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C7FF8C-4FF9-70C3-3ADE-0D65DDC53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13A548-A1A8-A7F0-F6B5-AB438AAD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1C87D2-2791-4053-8884-C5B0D8DA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71D21A-683A-8A79-D332-7AEFB42A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83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A2F10-80A2-477E-7A02-848AFE16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069DA7-DC4D-F5B4-90EF-2C515DD1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D93890-5B79-17E3-9053-1FCEBCB7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3FE6D3-75E3-ADD6-DE50-35AFC6B0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27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177657-3983-8640-854F-0A6B68D1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DE7AD8-E08D-A976-9610-43F88196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A30C30-4559-EDC7-1ABD-864D466A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69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C990C-E3F0-754E-7A0B-EAACD5CD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EBFE2-95AC-E1AB-E784-05A920796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76236D-BDD4-D367-07E7-98B051F47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68D8C7-0933-CE3D-0539-74321BFD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A417AA-478A-8003-1FE7-23F3A8BA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F4A59C-967D-2039-E5C8-D89978BC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43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945FA-C1B5-40E6-125B-5F679D9C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86D556-327B-F331-03B0-199D14EF8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0BCD91-93FE-EA4D-DD77-1AF2F373C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C6C9ED-C0EB-52B9-E053-C2855718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A819A-46F2-3DE5-0E6C-59D591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871BEC-FDC0-2FE9-1AB3-5951890D9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33B8A-7ABC-A0B7-186F-1CE04754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EAD81F-844B-77EE-6A45-853C1C38C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6A5B2-83AF-AD20-CC42-332235F5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590EF-1F39-1D05-063E-B9960D95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62B99-8A45-B950-163F-5D8E67AC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83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80E8B9-AAEA-A3B5-1631-263A2D850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0DF9F0-7F2F-5775-BF8C-92F5430E6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0BEDB-1181-5517-8D07-A344C416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0F597-4D63-B5A5-C1C6-2F458A6D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3B-0685-4284-A971-A84E5B8F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22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D26E53-3D1E-5214-9AE7-05E0EE9C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D79024-EE7A-3E15-2883-446D78B35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913AD0-B1CD-BD41-C1F3-4A732BDCD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F6E51-F3ED-4A0D-9391-6557E6C2CD9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C2907-5D40-B4C9-9BCC-59E532354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490CF-6C7D-A342-8AA9-8F97127B3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6B1A-9374-4D14-A545-A10472F6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30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01E221-3350-E24B-3D15-9F933BC78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576171"/>
              </p:ext>
            </p:extLst>
          </p:nvPr>
        </p:nvGraphicFramePr>
        <p:xfrm>
          <a:off x="1" y="0"/>
          <a:ext cx="12192005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5">
                  <a:extLst>
                    <a:ext uri="{9D8B030D-6E8A-4147-A177-3AD203B41FA5}">
                      <a16:colId xmlns:a16="http://schemas.microsoft.com/office/drawing/2014/main" val="3082403419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2399105308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2916198592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786725253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546681099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921755750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6472318"/>
                    </a:ext>
                  </a:extLst>
                </a:gridCol>
              </a:tblGrid>
              <a:tr h="762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73421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널허용</a:t>
                      </a:r>
                      <a:r>
                        <a:rPr lang="ko-KR" altLang="en-US" dirty="0"/>
                        <a:t>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3887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79706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2585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03985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0762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Silver,Gold,vip</a:t>
                      </a:r>
                      <a:r>
                        <a:rPr lang="ko-KR" altLang="en-US" dirty="0"/>
                        <a:t>만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046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Sliver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9867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6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59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A16E-1059-9C5B-1EAC-7E9BD3FD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EFAE784-2F41-D636-5199-2E9731DA4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654380"/>
              </p:ext>
            </p:extLst>
          </p:nvPr>
        </p:nvGraphicFramePr>
        <p:xfrm>
          <a:off x="1" y="0"/>
          <a:ext cx="12192005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5">
                  <a:extLst>
                    <a:ext uri="{9D8B030D-6E8A-4147-A177-3AD203B41FA5}">
                      <a16:colId xmlns:a16="http://schemas.microsoft.com/office/drawing/2014/main" val="3082403419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2399105308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2916198592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786725253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546681099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921755750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6472318"/>
                    </a:ext>
                  </a:extLst>
                </a:gridCol>
              </a:tblGrid>
              <a:tr h="762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73421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널허용</a:t>
                      </a:r>
                      <a:r>
                        <a:rPr lang="ko-KR" altLang="en-US" dirty="0"/>
                        <a:t>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3887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79706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2585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03985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0762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FK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046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99867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6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831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</Words>
  <Application>Microsoft Office PowerPoint</Application>
  <PresentationFormat>와이드스크린</PresentationFormat>
  <Paragraphs>72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홍종민</dc:creator>
  <cp:lastModifiedBy>홍종민</cp:lastModifiedBy>
  <cp:revision>2</cp:revision>
  <dcterms:created xsi:type="dcterms:W3CDTF">2025-11-10T07:23:27Z</dcterms:created>
  <dcterms:modified xsi:type="dcterms:W3CDTF">2025-11-10T07:39:33Z</dcterms:modified>
</cp:coreProperties>
</file>