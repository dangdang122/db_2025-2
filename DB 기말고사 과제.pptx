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BA1E22-D8FF-5A55-B13C-6381FDE84D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879A64-6A98-CD9E-3D47-C42F87372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577848-C01C-7151-AF3B-81CA1AC68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ED65C-6DF4-492F-9E27-9D56B77FC87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A763E4-50C4-AFBE-D484-4B9E7C8BB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186B0C-BF36-367F-C762-1F07C0ECD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6B84-1799-4162-8ABF-279BF5C8BA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884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3F660-DBD2-6F83-9D04-D94A510C1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DE3AFD-F4F8-43F5-07A1-FBAE8A43A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931182-32E1-D22F-4EDF-171C99834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ED65C-6DF4-492F-9E27-9D56B77FC87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8BC329-B528-BC22-3FA6-C56D077FE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08951C-3642-8A1D-342B-82A06B3AA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6B84-1799-4162-8ABF-279BF5C8BA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49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3C356-544D-AD62-6E54-E6336E41E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0E7D4A-6DBD-90F3-B55E-0D13B48F9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7EC5A3-6ABE-AB75-0EB1-0D5D0FD79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ED65C-6DF4-492F-9E27-9D56B77FC87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E6F08E-9F58-5193-A2DB-C96CE3F6B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38BCB1-7455-68F2-D527-C8979AB98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6B84-1799-4162-8ABF-279BF5C8BA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202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47D0A8-5D2F-B0F3-6BE5-3F094362A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15817B-3058-EADF-AC30-B68A08116C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9EB5DF-00FC-4277-273C-7D9A3F84D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05262E-B334-1CE6-27C3-C0E4DB98E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ED65C-6DF4-492F-9E27-9D56B77FC87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3F8CB6-DA0B-A0D0-EB01-7BA0511C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ED3DED-238D-EB0D-FD62-867D5CBD1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6B84-1799-4162-8ABF-279BF5C8BA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14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C3355-5FD2-56D0-EC78-6B9F5623F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C7CBAE-B2F3-D407-2E97-52D0ED62B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F89EE4-6FC2-5962-CEED-3759B222D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2A345E-7E8E-CD9A-971D-41ACD6893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9DCD95-1435-74CB-0084-259B1651A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81723A1-54A2-48EE-0DE7-7B5F6C447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ED65C-6DF4-492F-9E27-9D56B77FC87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F7D910A-3A6B-8F2B-091D-0F6E7033F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0506638-750D-94A9-DA5C-46268123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6B84-1799-4162-8ABF-279BF5C8BA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695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8730F-C349-E0C6-D9EC-15CCE8591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A2C4B6-3172-9D85-AE65-4B07B6E2A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ED65C-6DF4-492F-9E27-9D56B77FC87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435167-A230-FD1A-15CE-64279E433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9BB1F2-8B31-FD8F-3B3F-3A78EB95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6B84-1799-4162-8ABF-279BF5C8BA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486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6FE7297-8522-5E80-91D1-4BB7D3524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ED65C-6DF4-492F-9E27-9D56B77FC87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700A626-1E7E-A3CC-9C8F-3E6D97D6E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E3F2D0-F447-372D-B48F-E15A21790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6B84-1799-4162-8ABF-279BF5C8BA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363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109DC-5789-4C9D-B67F-2E54B1B3B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15B97F-4321-7124-23B7-5ACB0173E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6C4E11-81F0-BEBF-3515-0C95F728D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15C557-45BD-67AE-FA25-0A2119205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ED65C-6DF4-492F-9E27-9D56B77FC87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554F81-D4FD-2BF2-E432-1557E4C2B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F4FAD1-D33F-E957-47C8-F8EE4F6A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6B84-1799-4162-8ABF-279BF5C8BA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158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8FFE96-905F-07E5-2102-8CB608B7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327CF5B-61C3-A46B-FB41-13D7F4FA2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B421B5-0A96-8671-F38C-8C2F8022A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7E6F11-9B15-2987-D051-E9FE92951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ED65C-6DF4-492F-9E27-9D56B77FC87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F7F99D-8BAE-B7C3-FC9E-A756603F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98D1E0-7198-3840-71C0-0D58DA62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6B84-1799-4162-8ABF-279BF5C8BA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90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F74C2-B5CA-F013-664E-429A9F70E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8235C6-CDA1-A2BA-047B-483B632CA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16056E-5153-13DA-4DCD-D5889BDEE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ED65C-6DF4-492F-9E27-9D56B77FC87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CAF7DE-DFFE-1347-5232-ED60F03E0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D3E1F5-085B-F71C-0EAF-D37C27BEA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6B84-1799-4162-8ABF-279BF5C8BA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088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C7AA57-95A3-061A-E5FC-1DA4277804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ADEA9B-5C5E-741B-2308-A4BB4C7A7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9B3B07-5274-578B-69C7-A81EE6D7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ED65C-6DF4-492F-9E27-9D56B77FC87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9510BD-4331-C03E-849A-CF0BA08BE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D7D53D-0CBB-F7C0-D2A8-E115346E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6B84-1799-4162-8ABF-279BF5C8BA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842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97087D6-CBA1-382F-9017-1AB30FE3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D20BF6-6299-C84F-00A5-82E57E314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25C8C3-072D-DE46-DB2E-FF85D408F8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EED65C-6DF4-492F-9E27-9D56B77FC87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1EBFE0-71B6-D4B5-4737-0485F595D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BA6E63-E499-76DA-5879-A1A7F05FEB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86B84-1799-4162-8ABF-279BF5C8BA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690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37BFF4-4229-4832-537A-D2BDB8FFBC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DB </a:t>
            </a:r>
            <a:r>
              <a:rPr lang="ko-KR" altLang="en-US" dirty="0"/>
              <a:t>기말고사 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3252CF-3553-2840-7FC0-A5B2AC0402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인공지능소프트웨어과</a:t>
            </a:r>
            <a:endParaRPr lang="en-US" altLang="ko-KR" dirty="0"/>
          </a:p>
          <a:p>
            <a:r>
              <a:rPr lang="en-US" altLang="ko-KR" dirty="0"/>
              <a:t>2501110225</a:t>
            </a:r>
          </a:p>
          <a:p>
            <a:r>
              <a:rPr lang="ko-KR" altLang="en-US" dirty="0"/>
              <a:t>홍종민</a:t>
            </a:r>
          </a:p>
        </p:txBody>
      </p:sp>
    </p:spTree>
    <p:extLst>
      <p:ext uri="{BB962C8B-B14F-4D97-AF65-F5344CB8AC3E}">
        <p14:creationId xmlns:p14="http://schemas.microsoft.com/office/powerpoint/2010/main" val="1189709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A15FC1-C118-7F63-9B60-5EE887889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인터넷 신문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36C390-162A-86E4-60A8-549BC44FC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36" y="1834861"/>
            <a:ext cx="11944927" cy="4351338"/>
          </a:xfrm>
        </p:spPr>
        <p:txBody>
          <a:bodyPr/>
          <a:lstStyle/>
          <a:p>
            <a:r>
              <a:rPr lang="ko-KR" altLang="en-US" dirty="0"/>
              <a:t>인터넷으로 빠르게 소식을 접할 수 있는 웹사이트의 데이터베이스 개발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sz="2400" dirty="0"/>
              <a:t>웹페이지 회원 가입 시 회원 아이디</a:t>
            </a:r>
            <a:r>
              <a:rPr lang="en-US" altLang="ko-KR" sz="2400" dirty="0"/>
              <a:t>, </a:t>
            </a:r>
            <a:r>
              <a:rPr lang="ko-KR" altLang="en-US" sz="2400" dirty="0"/>
              <a:t>비밀번호</a:t>
            </a:r>
            <a:r>
              <a:rPr lang="en-US" altLang="ko-KR" sz="2400" dirty="0"/>
              <a:t>, </a:t>
            </a:r>
            <a:r>
              <a:rPr lang="ko-KR" altLang="en-US" sz="2400" dirty="0"/>
              <a:t>닉네임</a:t>
            </a:r>
            <a:r>
              <a:rPr lang="en-US" altLang="ko-KR" sz="2400" dirty="0"/>
              <a:t>, </a:t>
            </a:r>
            <a:r>
              <a:rPr lang="ko-KR" altLang="en-US" sz="2400" dirty="0"/>
              <a:t>나이</a:t>
            </a:r>
            <a:r>
              <a:rPr lang="en-US" altLang="ko-KR" sz="2400" dirty="0"/>
              <a:t>, </a:t>
            </a:r>
            <a:r>
              <a:rPr lang="ko-KR" altLang="en-US" sz="2400" dirty="0"/>
              <a:t>이메일을 입력해야 한다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가입한 회원에게는 등급이 부여된다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회원은 닉네임으로 식별한다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회원은 기사 페이지를 열람하려면 특정 등급이 필요하다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회원은 기사에 댓글을 등록하려면 특정 등급이 필요하다</a:t>
            </a:r>
            <a:endParaRPr lang="en-US" altLang="ko-KR" sz="2400"/>
          </a:p>
          <a:p>
            <a:pPr marL="0" indent="0">
              <a:buNone/>
            </a:pPr>
            <a:endParaRPr lang="en-US" altLang="ko-KR" sz="2400"/>
          </a:p>
          <a:p>
            <a:pPr marL="0" indent="0">
              <a:buNone/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290089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54</Words>
  <Application>Microsoft Office PowerPoint</Application>
  <PresentationFormat>와이드스크린</PresentationFormat>
  <Paragraphs>12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DB 기말고사 과제</vt:lpstr>
      <vt:lpstr>인터넷 신문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홍종민</dc:creator>
  <cp:lastModifiedBy>홍종민</cp:lastModifiedBy>
  <cp:revision>1</cp:revision>
  <dcterms:created xsi:type="dcterms:W3CDTF">2025-11-03T06:04:27Z</dcterms:created>
  <dcterms:modified xsi:type="dcterms:W3CDTF">2025-11-03T06:48:45Z</dcterms:modified>
</cp:coreProperties>
</file>